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7207D-B90F-4F07-B49D-41F706FDCA3A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FD22-082B-44ED-8AA1-A68F43B8BF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1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FD22-082B-44ED-8AA1-A68F43B8BF29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056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0167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19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432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486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71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935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916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664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284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055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64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4C944-34AF-4BE5-8C63-0CF29EEABF22}" type="datetimeFigureOut">
              <a:rPr lang="en-MY" smtClean="0"/>
              <a:t>18/2/2026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09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Arrow: Down 82">
            <a:extLst>
              <a:ext uri="{FF2B5EF4-FFF2-40B4-BE49-F238E27FC236}">
                <a16:creationId xmlns:a16="http://schemas.microsoft.com/office/drawing/2014/main" id="{EA83B1DA-479F-7875-F800-A24BA7ABF5ED}"/>
              </a:ext>
            </a:extLst>
          </p:cNvPr>
          <p:cNvSpPr/>
          <p:nvPr/>
        </p:nvSpPr>
        <p:spPr>
          <a:xfrm>
            <a:off x="6981048" y="517361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D082E-EF70-2074-9BBA-8456FE8712C1}"/>
              </a:ext>
            </a:extLst>
          </p:cNvPr>
          <p:cNvSpPr/>
          <p:nvPr/>
        </p:nvSpPr>
        <p:spPr>
          <a:xfrm>
            <a:off x="5621542" y="4616946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>
                <a:solidFill>
                  <a:sysClr val="windowText" lastClr="000000"/>
                </a:solidFill>
              </a:rPr>
              <a:t>Earn Rewards</a:t>
            </a:r>
            <a:endParaRPr lang="en-US" sz="2160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427EB-B7B9-DE17-2281-899C846BD468}"/>
              </a:ext>
            </a:extLst>
          </p:cNvPr>
          <p:cNvSpPr/>
          <p:nvPr/>
        </p:nvSpPr>
        <p:spPr>
          <a:xfrm>
            <a:off x="5621526" y="6674756"/>
            <a:ext cx="3387256" cy="1014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Next Level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Challenge higher difficulty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6D3E786B-1D67-6EE9-D08F-FA0466457352}"/>
              </a:ext>
            </a:extLst>
          </p:cNvPr>
          <p:cNvSpPr/>
          <p:nvPr/>
        </p:nvSpPr>
        <p:spPr>
          <a:xfrm>
            <a:off x="6981047" y="620160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8B176E0-1A1E-5160-B2C3-FB814F653402}"/>
              </a:ext>
            </a:extLst>
          </p:cNvPr>
          <p:cNvSpPr/>
          <p:nvPr/>
        </p:nvSpPr>
        <p:spPr>
          <a:xfrm>
            <a:off x="5621527" y="5639759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Upgrade &amp; Unlock Skill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E777137-DECB-DD4F-36B1-114AA0B4CA22}"/>
              </a:ext>
            </a:extLst>
          </p:cNvPr>
          <p:cNvSpPr/>
          <p:nvPr/>
        </p:nvSpPr>
        <p:spPr>
          <a:xfrm>
            <a:off x="6981078" y="102888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6FC20-82D7-0616-DD07-17CD4FA5D00E}"/>
              </a:ext>
            </a:extLst>
          </p:cNvPr>
          <p:cNvSpPr/>
          <p:nvPr/>
        </p:nvSpPr>
        <p:spPr>
          <a:xfrm>
            <a:off x="5621572" y="472217"/>
            <a:ext cx="3387256" cy="577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/>
              <a:t>Equip Skill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741DD4E6-0030-88E9-5936-865423072052}"/>
              </a:ext>
            </a:extLst>
          </p:cNvPr>
          <p:cNvSpPr/>
          <p:nvPr/>
        </p:nvSpPr>
        <p:spPr>
          <a:xfrm>
            <a:off x="6981077" y="2056875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8A1A2-14A4-5839-66F8-73EE05543666}"/>
              </a:ext>
            </a:extLst>
          </p:cNvPr>
          <p:cNvSpPr/>
          <p:nvPr/>
        </p:nvSpPr>
        <p:spPr>
          <a:xfrm>
            <a:off x="5621557" y="1495030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Enter Level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4116E86-8E38-1A1B-CDF3-4AAE32FA031D}"/>
              </a:ext>
            </a:extLst>
          </p:cNvPr>
          <p:cNvSpPr/>
          <p:nvPr/>
        </p:nvSpPr>
        <p:spPr>
          <a:xfrm>
            <a:off x="6981063" y="308669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786426-1F02-1268-C6AD-CBC044E6D923}"/>
              </a:ext>
            </a:extLst>
          </p:cNvPr>
          <p:cNvSpPr/>
          <p:nvPr/>
        </p:nvSpPr>
        <p:spPr>
          <a:xfrm>
            <a:off x="5621557" y="2530027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Survive Waves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20D233E-33FD-A147-FF56-15FD5FB1D0A6}"/>
              </a:ext>
            </a:extLst>
          </p:cNvPr>
          <p:cNvSpPr/>
          <p:nvPr/>
        </p:nvSpPr>
        <p:spPr>
          <a:xfrm>
            <a:off x="6981062" y="4114685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0344BA-2368-5639-BC59-8884E3D487AA}"/>
              </a:ext>
            </a:extLst>
          </p:cNvPr>
          <p:cNvSpPr/>
          <p:nvPr/>
        </p:nvSpPr>
        <p:spPr>
          <a:xfrm>
            <a:off x="5621542" y="3552840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Challenge Boss</a:t>
            </a:r>
          </a:p>
        </p:txBody>
      </p:sp>
    </p:spTree>
    <p:extLst>
      <p:ext uri="{BB962C8B-B14F-4D97-AF65-F5344CB8AC3E}">
        <p14:creationId xmlns:p14="http://schemas.microsoft.com/office/powerpoint/2010/main" val="413000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20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Khoo Zhong Jun</dc:creator>
  <cp:lastModifiedBy>Khoo Zhong Jun</cp:lastModifiedBy>
  <cp:revision>7</cp:revision>
  <dcterms:created xsi:type="dcterms:W3CDTF">2026-02-17T05:32:56Z</dcterms:created>
  <dcterms:modified xsi:type="dcterms:W3CDTF">2026-02-18T10:08:48Z</dcterms:modified>
</cp:coreProperties>
</file>