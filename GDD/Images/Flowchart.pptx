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821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7207D-B90F-4F07-B49D-41F706FDCA3A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4FD22-082B-44ED-8AA1-A68F43B8BF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410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4FD22-082B-44ED-8AA1-A68F43B8BF29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60565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01677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71985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6432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84866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7712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29356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7916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6643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62845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3055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3648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5091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Arrow: Down 82">
            <a:extLst>
              <a:ext uri="{FF2B5EF4-FFF2-40B4-BE49-F238E27FC236}">
                <a16:creationId xmlns:a16="http://schemas.microsoft.com/office/drawing/2014/main" id="{EA83B1DA-479F-7875-F800-A24BA7ABF5ED}"/>
              </a:ext>
            </a:extLst>
          </p:cNvPr>
          <p:cNvSpPr/>
          <p:nvPr/>
        </p:nvSpPr>
        <p:spPr>
          <a:xfrm>
            <a:off x="7223447" y="5357082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45A6A1-384B-2C95-12FB-58CEC29FC3B1}"/>
              </a:ext>
            </a:extLst>
          </p:cNvPr>
          <p:cNvSpPr/>
          <p:nvPr/>
        </p:nvSpPr>
        <p:spPr>
          <a:xfrm>
            <a:off x="4504406" y="679346"/>
            <a:ext cx="3387256" cy="608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/>
              <a:t>Start Level</a:t>
            </a:r>
            <a:endParaRPr lang="en-MY" sz="216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0D2548-471F-2648-A44D-4D61F97C1FE9}"/>
              </a:ext>
            </a:extLst>
          </p:cNvPr>
          <p:cNvSpPr/>
          <p:nvPr/>
        </p:nvSpPr>
        <p:spPr>
          <a:xfrm>
            <a:off x="4067021" y="1769597"/>
            <a:ext cx="4262029" cy="14646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720"/>
              </a:spcAft>
            </a:pPr>
            <a:r>
              <a:rPr lang="en-US" sz="2160" dirty="0">
                <a:solidFill>
                  <a:sysClr val="windowText" lastClr="000000"/>
                </a:solidFill>
              </a:rPr>
              <a:t>Survive Waves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ysClr val="windowText" lastClr="000000"/>
                </a:solidFill>
              </a:rPr>
              <a:t>Spawn enemies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ysClr val="windowText" lastClr="000000"/>
                </a:solidFill>
              </a:rPr>
              <a:t>Introduce enemy behaviors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ysClr val="windowText" lastClr="000000"/>
                </a:solidFill>
              </a:rPr>
              <a:t>Defeat enemies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6D082E-EF70-2074-9BBA-8456FE8712C1}"/>
              </a:ext>
            </a:extLst>
          </p:cNvPr>
          <p:cNvSpPr/>
          <p:nvPr/>
        </p:nvSpPr>
        <p:spPr>
          <a:xfrm>
            <a:off x="4504414" y="4833674"/>
            <a:ext cx="3387256" cy="5774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>
                <a:solidFill>
                  <a:sysClr val="windowText" lastClr="000000"/>
                </a:solidFill>
              </a:rPr>
              <a:t>Earn Coin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F427EB-B7B9-DE17-2281-899C846BD468}"/>
              </a:ext>
            </a:extLst>
          </p:cNvPr>
          <p:cNvSpPr/>
          <p:nvPr/>
        </p:nvSpPr>
        <p:spPr>
          <a:xfrm>
            <a:off x="3265915" y="6948830"/>
            <a:ext cx="3387256" cy="10145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800"/>
              </a:spcAft>
            </a:pPr>
            <a:r>
              <a:rPr lang="en-US" sz="2160" dirty="0">
                <a:solidFill>
                  <a:sysClr val="windowText" lastClr="000000"/>
                </a:solidFill>
              </a:rPr>
              <a:t>Next Level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Challenge higher difficulty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15C34B-8961-6EBE-6029-54B2DEF0E794}"/>
              </a:ext>
            </a:extLst>
          </p:cNvPr>
          <p:cNvSpPr/>
          <p:nvPr/>
        </p:nvSpPr>
        <p:spPr>
          <a:xfrm>
            <a:off x="3265915" y="5893004"/>
            <a:ext cx="3387256" cy="589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>
                <a:solidFill>
                  <a:sysClr val="windowText" lastClr="000000"/>
                </a:solidFill>
              </a:rPr>
              <a:t>Unlock Skill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34ADFE-6EDF-9B26-58AF-091EE1EF405A}"/>
              </a:ext>
            </a:extLst>
          </p:cNvPr>
          <p:cNvSpPr txBox="1"/>
          <p:nvPr/>
        </p:nvSpPr>
        <p:spPr>
          <a:xfrm flipH="1">
            <a:off x="9143262" y="3821612"/>
            <a:ext cx="229308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60" dirty="0"/>
              <a:t>High Difficulty</a:t>
            </a:r>
            <a:endParaRPr lang="en-MY" sz="216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035510-3913-59C9-FB05-6F50B74DC856}"/>
              </a:ext>
            </a:extLst>
          </p:cNvPr>
          <p:cNvSpPr txBox="1"/>
          <p:nvPr/>
        </p:nvSpPr>
        <p:spPr>
          <a:xfrm flipH="1">
            <a:off x="9212611" y="4904807"/>
            <a:ext cx="238052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60" dirty="0"/>
              <a:t>Victory Rewards</a:t>
            </a:r>
            <a:endParaRPr lang="en-MY" sz="216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5F6298-E0F5-6DDD-08C3-D561AE4C3F6A}"/>
              </a:ext>
            </a:extLst>
          </p:cNvPr>
          <p:cNvSpPr/>
          <p:nvPr/>
        </p:nvSpPr>
        <p:spPr>
          <a:xfrm>
            <a:off x="4504414" y="3716117"/>
            <a:ext cx="3387255" cy="6357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720"/>
              </a:spcAft>
            </a:pPr>
            <a:r>
              <a:rPr lang="en-US" sz="2160" dirty="0">
                <a:solidFill>
                  <a:sysClr val="windowText" lastClr="000000"/>
                </a:solidFill>
              </a:rPr>
              <a:t>Defeat Boss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540587BE-73EE-3D93-537B-E4D3B15B3925}"/>
              </a:ext>
            </a:extLst>
          </p:cNvPr>
          <p:cNvSpPr/>
          <p:nvPr/>
        </p:nvSpPr>
        <p:spPr>
          <a:xfrm>
            <a:off x="5863921" y="1287763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43C87166-6C6B-D40A-FB91-D851A55E6434}"/>
              </a:ext>
            </a:extLst>
          </p:cNvPr>
          <p:cNvSpPr/>
          <p:nvPr/>
        </p:nvSpPr>
        <p:spPr>
          <a:xfrm>
            <a:off x="5863929" y="3234283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97071BF6-9D90-91A1-BBAB-FF5272127942}"/>
              </a:ext>
            </a:extLst>
          </p:cNvPr>
          <p:cNvSpPr/>
          <p:nvPr/>
        </p:nvSpPr>
        <p:spPr>
          <a:xfrm>
            <a:off x="5863927" y="4351840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EA83B1DA-479F-7875-F800-A24BA7ABF5ED}"/>
              </a:ext>
            </a:extLst>
          </p:cNvPr>
          <p:cNvSpPr/>
          <p:nvPr/>
        </p:nvSpPr>
        <p:spPr>
          <a:xfrm>
            <a:off x="4625436" y="5411170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6D3E786B-1D67-6EE9-D08F-FA0466457352}"/>
              </a:ext>
            </a:extLst>
          </p:cNvPr>
          <p:cNvSpPr/>
          <p:nvPr/>
        </p:nvSpPr>
        <p:spPr>
          <a:xfrm>
            <a:off x="4625436" y="6482684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BB95292-C921-BAA2-5607-0961B389FF3E}"/>
              </a:ext>
            </a:extLst>
          </p:cNvPr>
          <p:cNvCxnSpPr>
            <a:cxnSpLocks/>
            <a:stCxn id="23" idx="3"/>
            <a:endCxn id="19" idx="3"/>
          </p:cNvCxnSpPr>
          <p:nvPr/>
        </p:nvCxnSpPr>
        <p:spPr>
          <a:xfrm flipV="1">
            <a:off x="7891669" y="4033978"/>
            <a:ext cx="125159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64C9DDA-E1B7-120E-EA7B-7B2B212D19C3}"/>
              </a:ext>
            </a:extLst>
          </p:cNvPr>
          <p:cNvCxnSpPr>
            <a:cxnSpLocks/>
          </p:cNvCxnSpPr>
          <p:nvPr/>
        </p:nvCxnSpPr>
        <p:spPr>
          <a:xfrm flipV="1">
            <a:off x="7891662" y="5117173"/>
            <a:ext cx="125159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B8B176E0-1A1E-5160-B2C3-FB814F653402}"/>
              </a:ext>
            </a:extLst>
          </p:cNvPr>
          <p:cNvSpPr/>
          <p:nvPr/>
        </p:nvSpPr>
        <p:spPr>
          <a:xfrm>
            <a:off x="7015616" y="5881663"/>
            <a:ext cx="3387256" cy="589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>
                <a:solidFill>
                  <a:sysClr val="windowText" lastClr="000000"/>
                </a:solidFill>
              </a:rPr>
              <a:t>Upgrade Skill</a:t>
            </a:r>
          </a:p>
        </p:txBody>
      </p:sp>
    </p:spTree>
    <p:extLst>
      <p:ext uri="{BB962C8B-B14F-4D97-AF65-F5344CB8AC3E}">
        <p14:creationId xmlns:p14="http://schemas.microsoft.com/office/powerpoint/2010/main" val="4130008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29</Words>
  <Application>Microsoft Office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Khoo Zhong Jun</dc:creator>
  <cp:lastModifiedBy>Khoo Zhong Jun</cp:lastModifiedBy>
  <cp:revision>1</cp:revision>
  <dcterms:created xsi:type="dcterms:W3CDTF">2026-02-17T05:32:56Z</dcterms:created>
  <dcterms:modified xsi:type="dcterms:W3CDTF">2026-02-17T06:15:18Z</dcterms:modified>
</cp:coreProperties>
</file>