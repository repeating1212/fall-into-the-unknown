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1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7207D-B90F-4F07-B49D-41F706FDCA3A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4FD22-082B-44ED-8AA1-A68F43B8BF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410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4FD22-082B-44ED-8AA1-A68F43B8BF29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60565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01677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71985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6432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84866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77127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29356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79162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66434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62845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3055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3648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4C944-34AF-4BE5-8C63-0CF29EEABF22}" type="datetimeFigureOut">
              <a:rPr lang="en-MY" smtClean="0"/>
              <a:t>17/2/2026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8CBB43-4066-4380-AF60-4C4190AAD12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5091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row: Down 13">
            <a:extLst>
              <a:ext uri="{FF2B5EF4-FFF2-40B4-BE49-F238E27FC236}">
                <a16:creationId xmlns:a16="http://schemas.microsoft.com/office/drawing/2014/main" id="{09F5434C-C168-128E-48DD-FF8793A8C715}"/>
              </a:ext>
            </a:extLst>
          </p:cNvPr>
          <p:cNvSpPr/>
          <p:nvPr/>
        </p:nvSpPr>
        <p:spPr>
          <a:xfrm>
            <a:off x="9908704" y="4377987"/>
            <a:ext cx="668215" cy="442390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43C87166-6C6B-D40A-FB91-D851A55E6434}"/>
              </a:ext>
            </a:extLst>
          </p:cNvPr>
          <p:cNvSpPr/>
          <p:nvPr/>
        </p:nvSpPr>
        <p:spPr>
          <a:xfrm>
            <a:off x="5863919" y="2986268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3" name="Arrow: Down 82">
            <a:extLst>
              <a:ext uri="{FF2B5EF4-FFF2-40B4-BE49-F238E27FC236}">
                <a16:creationId xmlns:a16="http://schemas.microsoft.com/office/drawing/2014/main" id="{EA83B1DA-479F-7875-F800-A24BA7ABF5ED}"/>
              </a:ext>
            </a:extLst>
          </p:cNvPr>
          <p:cNvSpPr/>
          <p:nvPr/>
        </p:nvSpPr>
        <p:spPr>
          <a:xfrm>
            <a:off x="5863927" y="5723274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45A6A1-384B-2C95-12FB-58CEC29FC3B1}"/>
              </a:ext>
            </a:extLst>
          </p:cNvPr>
          <p:cNvSpPr/>
          <p:nvPr/>
        </p:nvSpPr>
        <p:spPr>
          <a:xfrm>
            <a:off x="4504406" y="679346"/>
            <a:ext cx="3387256" cy="608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/>
              <a:t>Start Level</a:t>
            </a:r>
            <a:endParaRPr lang="en-MY" sz="216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0D2548-471F-2648-A44D-4D61F97C1FE9}"/>
              </a:ext>
            </a:extLst>
          </p:cNvPr>
          <p:cNvSpPr/>
          <p:nvPr/>
        </p:nvSpPr>
        <p:spPr>
          <a:xfrm>
            <a:off x="4504405" y="1769597"/>
            <a:ext cx="3387256" cy="12166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720"/>
              </a:spcAft>
            </a:pPr>
            <a:r>
              <a:rPr lang="en-US" sz="2160" dirty="0">
                <a:solidFill>
                  <a:sysClr val="windowText" lastClr="000000"/>
                </a:solidFill>
              </a:rPr>
              <a:t>Survive Waves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-   Spawn enemies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-   Introduce enemy behaviors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6D082E-EF70-2074-9BBA-8456FE8712C1}"/>
              </a:ext>
            </a:extLst>
          </p:cNvPr>
          <p:cNvSpPr/>
          <p:nvPr/>
        </p:nvSpPr>
        <p:spPr>
          <a:xfrm>
            <a:off x="4504421" y="5166607"/>
            <a:ext cx="3387256" cy="5774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>
                <a:solidFill>
                  <a:sysClr val="windowText" lastClr="000000"/>
                </a:solidFill>
              </a:rPr>
              <a:t>Earn Coin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F427EB-B7B9-DE17-2281-899C846BD468}"/>
              </a:ext>
            </a:extLst>
          </p:cNvPr>
          <p:cNvSpPr/>
          <p:nvPr/>
        </p:nvSpPr>
        <p:spPr>
          <a:xfrm>
            <a:off x="4504405" y="7224418"/>
            <a:ext cx="3387256" cy="5774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800"/>
              </a:spcAft>
            </a:pPr>
            <a:r>
              <a:rPr lang="en-US" sz="2160" dirty="0">
                <a:solidFill>
                  <a:sysClr val="windowText" lastClr="000000"/>
                </a:solidFill>
              </a:rPr>
              <a:t>Earn Rewards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540587BE-73EE-3D93-537B-E4D3B15B3925}"/>
              </a:ext>
            </a:extLst>
          </p:cNvPr>
          <p:cNvSpPr/>
          <p:nvPr/>
        </p:nvSpPr>
        <p:spPr>
          <a:xfrm>
            <a:off x="5863921" y="1287763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97071BF6-9D90-91A1-BBAB-FF5272127942}"/>
              </a:ext>
            </a:extLst>
          </p:cNvPr>
          <p:cNvSpPr/>
          <p:nvPr/>
        </p:nvSpPr>
        <p:spPr>
          <a:xfrm>
            <a:off x="5863934" y="4684773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6D3E786B-1D67-6EE9-D08F-FA0466457352}"/>
              </a:ext>
            </a:extLst>
          </p:cNvPr>
          <p:cNvSpPr/>
          <p:nvPr/>
        </p:nvSpPr>
        <p:spPr>
          <a:xfrm>
            <a:off x="5863926" y="6751265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8B176E0-1A1E-5160-B2C3-FB814F653402}"/>
              </a:ext>
            </a:extLst>
          </p:cNvPr>
          <p:cNvSpPr/>
          <p:nvPr/>
        </p:nvSpPr>
        <p:spPr>
          <a:xfrm>
            <a:off x="4504406" y="6189420"/>
            <a:ext cx="3387256" cy="589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>
                <a:solidFill>
                  <a:sysClr val="windowText" lastClr="000000"/>
                </a:solidFill>
              </a:rPr>
              <a:t>Upgrade &amp; Unlock Skill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662043C-04C0-5E0A-2B65-DD188D075147}"/>
              </a:ext>
            </a:extLst>
          </p:cNvPr>
          <p:cNvSpPr/>
          <p:nvPr/>
        </p:nvSpPr>
        <p:spPr>
          <a:xfrm>
            <a:off x="4504421" y="3468102"/>
            <a:ext cx="3387256" cy="12166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720"/>
              </a:spcAft>
            </a:pPr>
            <a:r>
              <a:rPr lang="en-US" sz="2160" dirty="0">
                <a:solidFill>
                  <a:sysClr val="windowText" lastClr="000000"/>
                </a:solidFill>
              </a:rPr>
              <a:t>Defeat Boss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-   Complex behaviors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-   Higher difficulty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5660EE66-D359-F183-4BB7-07A8CB45BBA9}"/>
              </a:ext>
            </a:extLst>
          </p:cNvPr>
          <p:cNvSpPr/>
          <p:nvPr/>
        </p:nvSpPr>
        <p:spPr>
          <a:xfrm>
            <a:off x="9908705" y="2306155"/>
            <a:ext cx="668215" cy="442390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C5A845-EC04-B7FE-C7DA-39C09B2F643C}"/>
              </a:ext>
            </a:extLst>
          </p:cNvPr>
          <p:cNvSpPr/>
          <p:nvPr/>
        </p:nvSpPr>
        <p:spPr>
          <a:xfrm>
            <a:off x="8549199" y="1740722"/>
            <a:ext cx="3387256" cy="635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>
                <a:solidFill>
                  <a:sysClr val="windowText" lastClr="000000"/>
                </a:solidFill>
              </a:rPr>
              <a:t>Load 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7E8E8B-E1E2-DC7A-E3E5-C68914B572F6}"/>
              </a:ext>
            </a:extLst>
          </p:cNvPr>
          <p:cNvSpPr/>
          <p:nvPr/>
        </p:nvSpPr>
        <p:spPr>
          <a:xfrm>
            <a:off x="8549183" y="3798533"/>
            <a:ext cx="3387256" cy="635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800"/>
              </a:spcAft>
            </a:pPr>
            <a:r>
              <a:rPr lang="en-US" sz="2160" dirty="0">
                <a:solidFill>
                  <a:sysClr val="windowText" lastClr="000000"/>
                </a:solidFill>
              </a:rPr>
              <a:t>Spawn Enemies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BA880D41-A9E2-E65C-1A3D-234F6A3E1DAE}"/>
              </a:ext>
            </a:extLst>
          </p:cNvPr>
          <p:cNvSpPr/>
          <p:nvPr/>
        </p:nvSpPr>
        <p:spPr>
          <a:xfrm>
            <a:off x="9908704" y="3334146"/>
            <a:ext cx="668215" cy="442390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93B2D3-9BEB-A891-FB29-7B722A653087}"/>
              </a:ext>
            </a:extLst>
          </p:cNvPr>
          <p:cNvSpPr/>
          <p:nvPr/>
        </p:nvSpPr>
        <p:spPr>
          <a:xfrm>
            <a:off x="8549184" y="2762926"/>
            <a:ext cx="3387256" cy="648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>
                <a:solidFill>
                  <a:sysClr val="windowText" lastClr="000000"/>
                </a:solidFill>
              </a:rPr>
              <a:t>Drop Items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67DD7455-023E-D650-1E34-B8895E2D16A8}"/>
              </a:ext>
            </a:extLst>
          </p:cNvPr>
          <p:cNvSpPr/>
          <p:nvPr/>
        </p:nvSpPr>
        <p:spPr>
          <a:xfrm>
            <a:off x="9908705" y="5418741"/>
            <a:ext cx="668215" cy="442390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028DBB-52DE-A3EF-2C3C-BB7873D0688F}"/>
              </a:ext>
            </a:extLst>
          </p:cNvPr>
          <p:cNvSpPr/>
          <p:nvPr/>
        </p:nvSpPr>
        <p:spPr>
          <a:xfrm>
            <a:off x="8549199" y="4853308"/>
            <a:ext cx="3387256" cy="635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>
                <a:solidFill>
                  <a:sysClr val="windowText" lastClr="000000"/>
                </a:solidFill>
              </a:rPr>
              <a:t>Boss Fight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47487A-6742-7986-4A86-B8AC7EC1B9B8}"/>
              </a:ext>
            </a:extLst>
          </p:cNvPr>
          <p:cNvSpPr/>
          <p:nvPr/>
        </p:nvSpPr>
        <p:spPr>
          <a:xfrm>
            <a:off x="8549183" y="6911119"/>
            <a:ext cx="3387256" cy="635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800"/>
              </a:spcAft>
            </a:pPr>
            <a:r>
              <a:rPr lang="en-US" sz="2160" dirty="0">
                <a:solidFill>
                  <a:sysClr val="windowText" lastClr="000000"/>
                </a:solidFill>
              </a:rPr>
              <a:t>Give Rewards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D7A099AA-641A-3AE5-FD5F-AEB7A87B6FF0}"/>
              </a:ext>
            </a:extLst>
          </p:cNvPr>
          <p:cNvSpPr/>
          <p:nvPr/>
        </p:nvSpPr>
        <p:spPr>
          <a:xfrm>
            <a:off x="9908704" y="6446732"/>
            <a:ext cx="668215" cy="442390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A1FB63-E505-E5BA-E490-510DCD4D9FCD}"/>
              </a:ext>
            </a:extLst>
          </p:cNvPr>
          <p:cNvSpPr/>
          <p:nvPr/>
        </p:nvSpPr>
        <p:spPr>
          <a:xfrm>
            <a:off x="8549184" y="5875512"/>
            <a:ext cx="3387256" cy="648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>
                <a:solidFill>
                  <a:sysClr val="windowText" lastClr="000000"/>
                </a:solidFill>
              </a:rPr>
              <a:t>Calculate Score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52DBE7-9010-1DE9-E5F6-BCE0BDBFFBD2}"/>
              </a:ext>
            </a:extLst>
          </p:cNvPr>
          <p:cNvSpPr/>
          <p:nvPr/>
        </p:nvSpPr>
        <p:spPr>
          <a:xfrm>
            <a:off x="8549183" y="664736"/>
            <a:ext cx="3387256" cy="608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160" dirty="0"/>
              <a:t>Start Level</a:t>
            </a:r>
            <a:endParaRPr lang="en-MY" sz="2160" dirty="0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10BEB719-4BAC-E445-46E8-FE1E657C796F}"/>
              </a:ext>
            </a:extLst>
          </p:cNvPr>
          <p:cNvSpPr/>
          <p:nvPr/>
        </p:nvSpPr>
        <p:spPr>
          <a:xfrm>
            <a:off x="9908698" y="1273153"/>
            <a:ext cx="668215" cy="402173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30008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</TotalTime>
  <Words>42</Words>
  <Application>Microsoft Office PowerPoint</Application>
  <PresentationFormat>Custom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Khoo Zhong Jun</dc:creator>
  <cp:lastModifiedBy>Khoo Zhong Jun</cp:lastModifiedBy>
  <cp:revision>4</cp:revision>
  <dcterms:created xsi:type="dcterms:W3CDTF">2026-02-17T05:32:56Z</dcterms:created>
  <dcterms:modified xsi:type="dcterms:W3CDTF">2026-02-17T12:20:42Z</dcterms:modified>
</cp:coreProperties>
</file>